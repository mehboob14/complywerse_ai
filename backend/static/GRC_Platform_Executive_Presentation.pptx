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Enterprise GRC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B82F6"/>
                </a:solidFill>
              </a:defRPr>
            </a:pPr>
            <a:r>
              <a:t>Unified Governance, Risk &amp; Compliance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</a:defRPr>
            </a:pPr>
            <a:r>
              <a:t>Multi-Tenant | AI-Powered | Enterprise-Grade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Platform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365760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3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Single Source of Truth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Centralized GRC data repository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Real-time risk visibility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Cross-framework compliance tracking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Unified audit trail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554480"/>
            <a:ext cx="365760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9163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Multi-Tenancy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Complete tenant isolation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Row-level security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Role-based access control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Enterprise SSO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65760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9163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AI-Powered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Automated control mapping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Evidence quality assessment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Gap analysis &amp; recommendations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Regulatory change impact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The Enterprise GRC Platform provides a comprehensive solution for managing governance, risk, and compliance across your organization. Built with enterprise-grade security and multi-tenant architecture, it enables organizations to streamline GRC processes while maintaining complete data isolation and regulatory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Core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3657600" cy="2377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3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Compliance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Multi-framework support (8+ frameworks)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User-uploaded regulatory frameworks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Control mapping &amp; gap analysis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Evidence management &amp; AI assessment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554480"/>
            <a:ext cx="3657600" cy="2377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9163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Enterprise Risk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Comprehensive risk register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Risk appetite management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KRI tracking &amp; monitoring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Incident management &amp; response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657600" cy="2377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9163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Governance &amp;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Policy lifecycle management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Document version control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Approval workflows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Committee &amp; board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114800"/>
            <a:ext cx="3657600" cy="2377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2519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Regulatory Change Mgmt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634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Regulatory update tracking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Impact assessment tools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Implementation task tracking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AI-powered gap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4114800"/>
            <a:ext cx="3657600" cy="2377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42519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Attestation &amp; Certification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6634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SOX 302/404 certifications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Campaign-based attestations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Cascade reminder workflows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Policy sign-off tracking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114800"/>
            <a:ext cx="3657600" cy="2377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2519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Asset &amp; Vulnerability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6634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IT asset inventory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Vulnerability management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SLA tracking &amp; escalation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AI fix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Features &amp;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5760720" cy="2468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39"/>
            <a:ext cx="539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39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Unified Control Library with cross-framework mapping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AI-powered evidence assessment &amp; recommendations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Real-time compliance dashboards &amp; analytics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Automated workflow &amp; approval management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Board &amp; committee governance tracking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Bulk import via CSV/Excel templates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760720" cy="2468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39"/>
            <a:ext cx="539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Business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39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60% reduction in audit preparation time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Single pane of glass for all GRC activities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Reduced compliance costs through automation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Improved risk visibility &amp; decision making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Regulatory change readiness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Enhanced board reporting capabilities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206240"/>
            <a:ext cx="1161288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343400"/>
            <a:ext cx="112471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Technical Advantages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79"/>
            <a:ext cx="1124711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Enterprise-grade multi-tenant architecture with complete data isolation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Modern tech stack: FastAPI, Next.js 14, PostgreSQL with row-level security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RESTful APIs for seamless integration with existing enterprise systems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AI/ML capabilities powered by GPT-4 for intelligent automation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Deterministic AI assessments ensuring reproducible compliance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Implementation &amp;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3657600" cy="2743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3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Implementation Phases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Phase 1: Platform setup &amp; configuration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Phase 2: Framework upload &amp; mapping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Phase 3: Data migration &amp; integration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Phase 4: User training &amp; rollout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Phase 5: Ongoing support &amp; optimization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554480"/>
            <a:ext cx="3657600" cy="2743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9163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Success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Compliance coverage rate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Audit finding reduction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Time-to-remediation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Policy attestation rates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Risk assessment completion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657600" cy="2743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9163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Support &amp;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Dedicated implementation team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Role-based training programs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24/7 technical support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Regular platform updates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Best practice guidance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Ready to transform your GRC operations?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Contact us for a personalized demo and implementation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